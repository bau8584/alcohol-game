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65" r:id="rId3"/>
    <p:sldId id="257" r:id="rId4"/>
    <p:sldId id="266" r:id="rId5"/>
    <p:sldId id="263" r:id="rId6"/>
    <p:sldId id="259" r:id="rId7"/>
    <p:sldId id="260" r:id="rId8"/>
    <p:sldId id="258" r:id="rId9"/>
    <p:sldId id="261" r:id="rId10"/>
    <p:sldId id="268" r:id="rId11"/>
    <p:sldId id="262" r:id="rId12"/>
    <p:sldId id="264" r:id="rId13"/>
    <p:sldId id="267" r:id="rId1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1458" y="-102"/>
      </p:cViewPr>
      <p:guideLst>
        <p:guide orient="horz" pos="215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E425E-F6B4-494C-BC70-98AB37CC054F}" type="datetimeFigureOut">
              <a:rPr lang="ko-KR" altLang="en-US" smtClean="0"/>
              <a:pPr/>
              <a:t>2023-05-19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0264A4-F191-4BC6-A92F-E9B668E1F97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ko-KR" altLang="en-US" sz="8000" dirty="0" smtClean="0"/>
              <a:t>몸으로 말해요 </a:t>
            </a:r>
            <a:r>
              <a:rPr lang="en-US" altLang="ko-KR" sz="8000" dirty="0" smtClean="0"/>
              <a:t>B</a:t>
            </a:r>
            <a:endParaRPr lang="ko-KR" altLang="en-US" sz="8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붉은색 글씨는 말하셔도 됩니다</a:t>
            </a:r>
            <a:r>
              <a:rPr lang="en-US" altLang="ko-KR" dirty="0" smtClean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err="1" smtClean="0">
                <a:solidFill>
                  <a:srgbClr val="FF0000"/>
                </a:solidFill>
              </a:rPr>
              <a:t>패티쉬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smtClean="0"/>
              <a:t>야외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플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dirty="0" smtClean="0">
                <a:solidFill>
                  <a:srgbClr val="FF0000"/>
                </a:solidFill>
              </a:rPr>
              <a:t>영화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타이타닉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얌전한 고양이 부뚜막에 먼저 올라간다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ko-KR" altLang="en-US" sz="11500">
                <a:solidFill>
                  <a:srgbClr val="ff0000"/>
                </a:solidFill>
              </a:rPr>
              <a:t>장소</a:t>
            </a:r>
            <a:endParaRPr lang="ko-KR" altLang="en-US" sz="1150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장애인 화장실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en-US" altLang="ko-KR" sz="11500" dirty="0" smtClean="0">
                <a:solidFill>
                  <a:srgbClr val="FF0000"/>
                </a:solidFill>
              </a:rPr>
              <a:t>NETFLIX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smtClean="0"/>
              <a:t>오징어게임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err="1" smtClean="0"/>
              <a:t>스팽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err="1" smtClean="0"/>
              <a:t>카라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err="1" smtClean="0"/>
              <a:t>도라에몽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r>
              <a:rPr lang="ko-KR" altLang="en-US" sz="11500" smtClean="0">
                <a:solidFill>
                  <a:srgbClr val="FF0000"/>
                </a:solidFill>
              </a:rPr>
              <a:t>직업</a:t>
            </a:r>
            <a:endParaRPr lang="ko-KR" altLang="en-US" sz="11500" dirty="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marL="342900" lvl="0" indent="-342900" algn="ctr" defTabSz="914400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ko-KR" altLang="en-US"/>
              <a:t>나무꾼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바다코끼리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57200" y="274638"/>
            <a:ext cx="8229600" cy="3011486"/>
          </a:xfrm>
        </p:spPr>
        <p:txBody>
          <a:bodyPr>
            <a:noAutofit/>
          </a:bodyPr>
          <a:lstStyle/>
          <a:p>
            <a:pPr lvl="0">
              <a:defRPr/>
            </a:pPr>
            <a:r>
              <a:rPr lang="ko-KR" altLang="en-US" sz="11500">
                <a:solidFill>
                  <a:srgbClr val="ff0000"/>
                </a:solidFill>
              </a:rPr>
              <a:t>채소</a:t>
            </a:r>
            <a:endParaRPr lang="ko-KR" altLang="en-US" sz="11500">
              <a:solidFill>
                <a:srgbClr val="ff0000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lvl="0" algn="ctr">
              <a:defRPr/>
            </a:pPr>
            <a:r>
              <a:rPr lang="ko-KR" altLang="en-US"/>
              <a:t>가지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4786322"/>
            <a:ext cx="8229600" cy="1339841"/>
          </a:xfrm>
        </p:spPr>
        <p:txBody>
          <a:bodyPr/>
          <a:lstStyle/>
          <a:p>
            <a:pPr algn="ctr"/>
            <a:r>
              <a:rPr lang="ko-KR" altLang="en-US" dirty="0" smtClean="0"/>
              <a:t>스컹크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30</ep:Words>
  <ep:PresentationFormat>화면 슬라이드 쇼(4:3)</ep:PresentationFormat>
  <ep:Paragraphs>20</ep:Paragraphs>
  <ep:Slides>13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테마</vt:lpstr>
      <vt:lpstr>몸으로 말해요 B</vt:lpstr>
      <vt:lpstr>패티쉬</vt:lpstr>
      <vt:lpstr>영화</vt:lpstr>
      <vt:lpstr>슬라이드 4</vt:lpstr>
      <vt:lpstr>장소</vt:lpstr>
      <vt:lpstr>NETFLIX</vt:lpstr>
      <vt:lpstr>슬라이드 7</vt:lpstr>
      <vt:lpstr>슬라이드 8</vt:lpstr>
      <vt:lpstr>슬라이드 9</vt:lpstr>
      <vt:lpstr>직업</vt:lpstr>
      <vt:lpstr>슬라이드 11</vt:lpstr>
      <vt:lpstr>채소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2023-05-19T03:23:40.000</dcterms:created>
  <dc:creator>vp</dc:creator>
  <cp:lastModifiedBy>user</cp:lastModifiedBy>
  <dcterms:modified xsi:type="dcterms:W3CDTF">2025-04-28T05:27:09.048</dcterms:modified>
  <cp:revision>15</cp:revision>
  <dc:title>몸으로 말해요 A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