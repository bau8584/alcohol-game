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5" r:id="rId9"/>
    <p:sldId id="262" r:id="rId10"/>
    <p:sldId id="268" r:id="rId11"/>
    <p:sldId id="264" r:id="rId12"/>
    <p:sldId id="267" r:id="rId13"/>
    <p:sldId id="266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458" y="-102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presProps" Target="presProps.xml"  /><Relationship Id="rId16" Type="http://schemas.openxmlformats.org/officeDocument/2006/relationships/viewProps" Target="viewProps.xml"  /><Relationship Id="rId17" Type="http://schemas.openxmlformats.org/officeDocument/2006/relationships/theme" Target="theme/theme1.xml"  /><Relationship Id="rId18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ko-KR" altLang="en-US" sz="8000" dirty="0" smtClean="0"/>
              <a:t>몸으로 말해요 </a:t>
            </a:r>
            <a:r>
              <a:rPr lang="en-US" altLang="ko-KR" sz="8000" dirty="0" smtClean="0"/>
              <a:t>A</a:t>
            </a:r>
            <a:endParaRPr lang="ko-KR" altLang="en-US" sz="80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>
                <a:solidFill>
                  <a:srgbClr val="ff0000"/>
                </a:solidFill>
              </a:rPr>
              <a:t>붉은색 글자는 말하셔도 됩니다</a:t>
            </a:r>
            <a:r>
              <a:rPr lang="en-US" altLang="ko-KR">
                <a:solidFill>
                  <a:srgbClr val="ff0000"/>
                </a:solidFill>
              </a:rPr>
              <a:t>.</a:t>
            </a:r>
            <a:endParaRPr lang="en-US" altLang="ko-KR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r>
              <a:rPr lang="ko-KR" altLang="en-US" sz="11500" dirty="0" smtClean="0">
                <a:solidFill>
                  <a:srgbClr val="FF0000"/>
                </a:solidFill>
              </a:rPr>
              <a:t>영화</a:t>
            </a:r>
            <a:endParaRPr lang="ko-KR" altLang="en-US" sz="11500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대도시의 사랑법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뉴진스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r>
              <a:rPr lang="en-US" altLang="ko-KR" sz="11500" dirty="0" smtClean="0">
                <a:solidFill>
                  <a:srgbClr val="FF0000"/>
                </a:solidFill>
              </a:rPr>
              <a:t>NETFLIX</a:t>
            </a:r>
            <a:endParaRPr lang="ko-KR" altLang="en-US" sz="11500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폭싹 속았수다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r>
              <a:rPr lang="ko-KR" altLang="en-US" sz="11500" dirty="0" smtClean="0">
                <a:solidFill>
                  <a:srgbClr val="FF0000"/>
                </a:solidFill>
              </a:rPr>
              <a:t>종로</a:t>
            </a:r>
            <a:r>
              <a:rPr lang="en-US" altLang="ko-KR" sz="11500" dirty="0" smtClean="0">
                <a:solidFill>
                  <a:srgbClr val="FF0000"/>
                </a:solidFill>
              </a:rPr>
              <a:t>,</a:t>
            </a:r>
            <a:r>
              <a:rPr lang="ko-KR" altLang="en-US" sz="11500" dirty="0" smtClean="0">
                <a:solidFill>
                  <a:srgbClr val="FF0000"/>
                </a:solidFill>
              </a:rPr>
              <a:t>장소</a:t>
            </a:r>
            <a:endParaRPr lang="ko-KR" altLang="en-US" sz="11500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algn="ctr"/>
            <a:r>
              <a:rPr lang="ko-KR" altLang="en-US" dirty="0" smtClean="0"/>
              <a:t>포차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스팽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이쑤시개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r>
              <a:rPr lang="ko-KR" altLang="en-US" sz="11500" dirty="0" err="1" smtClean="0">
                <a:solidFill>
                  <a:srgbClr val="FF0000"/>
                </a:solidFill>
              </a:rPr>
              <a:t>패티쉬</a:t>
            </a:r>
            <a:endParaRPr lang="ko-KR" altLang="en-US" sz="11500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제복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리본체조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ko-KR" altLang="en-US" sz="11500">
                <a:solidFill>
                  <a:srgbClr val="ff0000"/>
                </a:solidFill>
              </a:rPr>
              <a:t>영화</a:t>
            </a:r>
            <a:endParaRPr lang="ko-KR" altLang="en-US" sz="1150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스타워즈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r>
              <a:rPr lang="ko-KR" altLang="en-US" sz="11500" dirty="0" smtClean="0">
                <a:solidFill>
                  <a:srgbClr val="FF0000"/>
                </a:solidFill>
              </a:rPr>
              <a:t>과일</a:t>
            </a:r>
            <a:endParaRPr lang="ko-KR" altLang="en-US" sz="11500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레몬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r>
              <a:rPr lang="ko-KR" altLang="en-US" sz="11500" dirty="0" smtClean="0">
                <a:solidFill>
                  <a:srgbClr val="FF0000"/>
                </a:solidFill>
              </a:rPr>
              <a:t>동물</a:t>
            </a:r>
            <a:endParaRPr lang="ko-KR" altLang="en-US" sz="11500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무당벌레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algn="ctr"/>
            <a:r>
              <a:rPr lang="ko-KR" altLang="en-US" dirty="0" err="1" smtClean="0"/>
              <a:t>굼뱅이도</a:t>
            </a:r>
            <a:r>
              <a:rPr lang="ko-KR" altLang="en-US" dirty="0" smtClean="0"/>
              <a:t> 구르는 재주가 있다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31</ep:Words>
  <ep:PresentationFormat>화면 슬라이드 쇼(4:3)</ep:PresentationFormat>
  <ep:Paragraphs>21</ep:Paragraphs>
  <ep:Slides>13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테마</vt:lpstr>
      <vt:lpstr>몸으로 말해요 A</vt:lpstr>
      <vt:lpstr>영화</vt:lpstr>
      <vt:lpstr>슬라이드 3</vt:lpstr>
      <vt:lpstr>NETFLIX</vt:lpstr>
      <vt:lpstr>종로,장소</vt:lpstr>
      <vt:lpstr>슬라이드 6</vt:lpstr>
      <vt:lpstr>슬라이드 7</vt:lpstr>
      <vt:lpstr>패티쉬</vt:lpstr>
      <vt:lpstr>슬라이드 9</vt:lpstr>
      <vt:lpstr>영화</vt:lpstr>
      <vt:lpstr>과일</vt:lpstr>
      <vt:lpstr>동물</vt:lpstr>
      <vt:lpstr>슬라이드 13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2023-05-19T03:23:40.000</dcterms:created>
  <dc:creator>vp</dc:creator>
  <cp:lastModifiedBy>user</cp:lastModifiedBy>
  <dcterms:modified xsi:type="dcterms:W3CDTF">2025-04-28T05:24:37.042</dcterms:modified>
  <cp:revision>14</cp:revision>
  <dc:title>몸으로 말해요 A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