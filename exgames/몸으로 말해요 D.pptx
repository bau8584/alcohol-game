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1" r:id="rId3"/>
    <p:sldId id="259" r:id="rId4"/>
    <p:sldId id="260" r:id="rId5"/>
    <p:sldId id="257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58" y="-10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ko-KR" altLang="en-US" sz="8000" dirty="0" smtClean="0"/>
              <a:t>몸으로 말해요 </a:t>
            </a:r>
            <a:r>
              <a:rPr lang="en-US" altLang="ko-KR" sz="8000" dirty="0" smtClean="0"/>
              <a:t>D</a:t>
            </a:r>
            <a:endParaRPr lang="ko-KR" altLang="en-US" sz="8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붉은색 글씨는 말하셔도 됩니다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원피스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심청이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err="1" smtClean="0"/>
              <a:t>군플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영화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에일리언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err="1" smtClean="0"/>
              <a:t>티아라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요가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ko-KR" altLang="en-US" sz="11500">
                <a:solidFill>
                  <a:srgbClr val="ff0000"/>
                </a:solidFill>
              </a:rPr>
              <a:t>사람</a:t>
            </a:r>
            <a:endParaRPr lang="ko-KR" altLang="en-US" sz="1150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하리수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과일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수박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err="1" smtClean="0">
                <a:solidFill>
                  <a:srgbClr val="FF0000"/>
                </a:solidFill>
              </a:rPr>
              <a:t>패티쉬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돈</a:t>
            </a:r>
            <a:r>
              <a:rPr lang="en-US" altLang="ko-KR" dirty="0" smtClean="0"/>
              <a:t>(</a:t>
            </a:r>
            <a:r>
              <a:rPr lang="ko-KR" altLang="en-US" dirty="0" smtClean="0"/>
              <a:t>재산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가랑비에 옷 젖는 줄 모른다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캥거루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직업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선생님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28</ep:Words>
  <ep:PresentationFormat>화면 슬라이드 쇼(4:3)</ep:PresentationFormat>
  <ep:Paragraphs>19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테마</vt:lpstr>
      <vt:lpstr>몸으로 말해요 D</vt:lpstr>
      <vt:lpstr>슬라이드 2</vt:lpstr>
      <vt:lpstr>슬라이드 3</vt:lpstr>
      <vt:lpstr>슬라이드 4</vt:lpstr>
      <vt:lpstr>영화</vt:lpstr>
      <vt:lpstr>슬라이드 6</vt:lpstr>
      <vt:lpstr>슬라이드 7</vt:lpstr>
      <vt:lpstr>사람</vt:lpstr>
      <vt:lpstr>과일</vt:lpstr>
      <vt:lpstr>패티쉬</vt:lpstr>
      <vt:lpstr>슬라이드 11</vt:lpstr>
      <vt:lpstr>슬라이드 12</vt:lpstr>
      <vt:lpstr>직업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2023-05-19T03:23:40.000</dcterms:created>
  <dc:creator>vp</dc:creator>
  <cp:lastModifiedBy>user</cp:lastModifiedBy>
  <dcterms:modified xsi:type="dcterms:W3CDTF">2025-04-28T05:31:10.577</dcterms:modified>
  <cp:revision>17</cp:revision>
  <dc:title>몸으로 말해요 A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