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64" r:id="rId3"/>
    <p:sldId id="263" r:id="rId4"/>
    <p:sldId id="260" r:id="rId5"/>
    <p:sldId id="261" r:id="rId6"/>
    <p:sldId id="262" r:id="rId7"/>
    <p:sldId id="259" r:id="rId8"/>
    <p:sldId id="257" r:id="rId9"/>
    <p:sldId id="268" r:id="rId10"/>
    <p:sldId id="258" r:id="rId11"/>
    <p:sldId id="267" r:id="rId12"/>
    <p:sldId id="266" r:id="rId13"/>
    <p:sldId id="265" r:id="rId1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-1458" y="-102"/>
      </p:cViewPr>
      <p:guideLst>
        <p:guide orient="horz" pos="2159"/>
        <p:guide pos="287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presProps" Target="presProps.xml"  /><Relationship Id="rId16" Type="http://schemas.openxmlformats.org/officeDocument/2006/relationships/viewProps" Target="viewProps.xml"  /><Relationship Id="rId17" Type="http://schemas.openxmlformats.org/officeDocument/2006/relationships/theme" Target="theme/theme1.xml"  /><Relationship Id="rId18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425E-F6B4-494C-BC70-98AB37CC054F}" type="datetimeFigureOut">
              <a:rPr lang="ko-KR" altLang="en-US" smtClean="0"/>
              <a:pPr/>
              <a:t>2023-05-19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64A4-F191-4BC6-A92F-E9B668E1F9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425E-F6B4-494C-BC70-98AB37CC054F}" type="datetimeFigureOut">
              <a:rPr lang="ko-KR" altLang="en-US" smtClean="0"/>
              <a:pPr/>
              <a:t>2023-05-19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64A4-F191-4BC6-A92F-E9B668E1F9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425E-F6B4-494C-BC70-98AB37CC054F}" type="datetimeFigureOut">
              <a:rPr lang="ko-KR" altLang="en-US" smtClean="0"/>
              <a:pPr/>
              <a:t>2023-05-19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64A4-F191-4BC6-A92F-E9B668E1F9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425E-F6B4-494C-BC70-98AB37CC054F}" type="datetimeFigureOut">
              <a:rPr lang="ko-KR" altLang="en-US" smtClean="0"/>
              <a:pPr/>
              <a:t>2023-05-19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64A4-F191-4BC6-A92F-E9B668E1F9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425E-F6B4-494C-BC70-98AB37CC054F}" type="datetimeFigureOut">
              <a:rPr lang="ko-KR" altLang="en-US" smtClean="0"/>
              <a:pPr/>
              <a:t>2023-05-19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64A4-F191-4BC6-A92F-E9B668E1F9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425E-F6B4-494C-BC70-98AB37CC054F}" type="datetimeFigureOut">
              <a:rPr lang="ko-KR" altLang="en-US" smtClean="0"/>
              <a:pPr/>
              <a:t>2023-05-19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64A4-F191-4BC6-A92F-E9B668E1F9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425E-F6B4-494C-BC70-98AB37CC054F}" type="datetimeFigureOut">
              <a:rPr lang="ko-KR" altLang="en-US" smtClean="0"/>
              <a:pPr/>
              <a:t>2023-05-19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64A4-F191-4BC6-A92F-E9B668E1F9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425E-F6B4-494C-BC70-98AB37CC054F}" type="datetimeFigureOut">
              <a:rPr lang="ko-KR" altLang="en-US" smtClean="0"/>
              <a:pPr/>
              <a:t>2023-05-19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64A4-F191-4BC6-A92F-E9B668E1F9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425E-F6B4-494C-BC70-98AB37CC054F}" type="datetimeFigureOut">
              <a:rPr lang="ko-KR" altLang="en-US" smtClean="0"/>
              <a:pPr/>
              <a:t>2023-05-19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64A4-F191-4BC6-A92F-E9B668E1F9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425E-F6B4-494C-BC70-98AB37CC054F}" type="datetimeFigureOut">
              <a:rPr lang="ko-KR" altLang="en-US" smtClean="0"/>
              <a:pPr/>
              <a:t>2023-05-19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64A4-F191-4BC6-A92F-E9B668E1F9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425E-F6B4-494C-BC70-98AB37CC054F}" type="datetimeFigureOut">
              <a:rPr lang="ko-KR" altLang="en-US" smtClean="0"/>
              <a:pPr/>
              <a:t>2023-05-19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64A4-F191-4BC6-A92F-E9B668E1F9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E425E-F6B4-494C-BC70-98AB37CC054F}" type="datetimeFigureOut">
              <a:rPr lang="ko-KR" altLang="en-US" smtClean="0"/>
              <a:pPr/>
              <a:t>2023-05-19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0264A4-F191-4BC6-A92F-E9B668E1F9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ko-KR" altLang="en-US" sz="8000" dirty="0" smtClean="0"/>
              <a:t>몸으로 말해요 </a:t>
            </a:r>
            <a:r>
              <a:rPr lang="en-US" altLang="ko-KR" sz="8000" dirty="0" smtClean="0"/>
              <a:t>C</a:t>
            </a:r>
            <a:endParaRPr lang="ko-KR" altLang="en-US" sz="80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붉은색 글씨는 말하셔도 됩니다</a:t>
            </a:r>
            <a:r>
              <a:rPr lang="en-US" altLang="ko-KR" dirty="0" smtClean="0">
                <a:solidFill>
                  <a:srgbClr val="FF0000"/>
                </a:solidFill>
              </a:rPr>
              <a:t>.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011486"/>
          </a:xfrm>
        </p:spPr>
        <p:txBody>
          <a:bodyPr>
            <a:noAutofit/>
          </a:bodyPr>
          <a:lstStyle/>
          <a:p>
            <a:r>
              <a:rPr lang="ko-KR" altLang="en-US" sz="11500" dirty="0" smtClean="0">
                <a:solidFill>
                  <a:srgbClr val="FF0000"/>
                </a:solidFill>
              </a:rPr>
              <a:t>과일</a:t>
            </a:r>
            <a:endParaRPr lang="ko-KR" altLang="en-US" sz="11500" dirty="0">
              <a:solidFill>
                <a:srgbClr val="FF0000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786322"/>
            <a:ext cx="8229600" cy="1339841"/>
          </a:xfrm>
        </p:spPr>
        <p:txBody>
          <a:bodyPr/>
          <a:lstStyle/>
          <a:p>
            <a:pPr lvl="0" algn="ctr">
              <a:defRPr/>
            </a:pPr>
            <a:r>
              <a:rPr lang="ko-KR" altLang="en-US"/>
              <a:t>용과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011486"/>
          </a:xfrm>
        </p:spPr>
        <p:txBody>
          <a:bodyPr>
            <a:noAutofit/>
          </a:bodyPr>
          <a:lstStyle/>
          <a:p>
            <a:r>
              <a:rPr lang="ko-KR" altLang="en-US" sz="11500" dirty="0" smtClean="0">
                <a:solidFill>
                  <a:srgbClr val="FF0000"/>
                </a:solidFill>
              </a:rPr>
              <a:t>종로</a:t>
            </a:r>
            <a:r>
              <a:rPr lang="en-US" altLang="ko-KR" sz="11500" dirty="0" smtClean="0">
                <a:solidFill>
                  <a:srgbClr val="FF0000"/>
                </a:solidFill>
              </a:rPr>
              <a:t>,</a:t>
            </a:r>
            <a:r>
              <a:rPr lang="ko-KR" altLang="en-US" sz="11500" dirty="0" smtClean="0">
                <a:solidFill>
                  <a:srgbClr val="FF0000"/>
                </a:solidFill>
              </a:rPr>
              <a:t>장소</a:t>
            </a:r>
            <a:endParaRPr lang="ko-KR" altLang="en-US" sz="11500" dirty="0">
              <a:solidFill>
                <a:srgbClr val="FF0000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786322"/>
            <a:ext cx="8229600" cy="1339841"/>
          </a:xfrm>
        </p:spPr>
        <p:txBody>
          <a:bodyPr/>
          <a:lstStyle/>
          <a:p>
            <a:pPr lvl="0" algn="ctr">
              <a:defRPr/>
            </a:pPr>
            <a:r>
              <a:rPr lang="ko-KR" altLang="en-US"/>
              <a:t>송해길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786322"/>
            <a:ext cx="8229600" cy="1339841"/>
          </a:xfrm>
        </p:spPr>
        <p:txBody>
          <a:bodyPr/>
          <a:lstStyle/>
          <a:p>
            <a:pPr algn="ctr"/>
            <a:r>
              <a:rPr lang="ko-KR" altLang="en-US" dirty="0" smtClean="0"/>
              <a:t>골든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786322"/>
            <a:ext cx="8229600" cy="1339841"/>
          </a:xfrm>
        </p:spPr>
        <p:txBody>
          <a:bodyPr/>
          <a:lstStyle/>
          <a:p>
            <a:pPr algn="ctr"/>
            <a:r>
              <a:rPr lang="ko-KR" altLang="en-US" dirty="0" err="1" smtClean="0"/>
              <a:t>드래곤볼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786322"/>
            <a:ext cx="8229600" cy="1339841"/>
          </a:xfrm>
        </p:spPr>
        <p:txBody>
          <a:bodyPr/>
          <a:lstStyle/>
          <a:p>
            <a:pPr lvl="0" algn="ctr">
              <a:defRPr/>
            </a:pPr>
            <a:r>
              <a:rPr lang="ko-KR" altLang="en-US"/>
              <a:t>택견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786322"/>
            <a:ext cx="8229600" cy="1339841"/>
          </a:xfrm>
        </p:spPr>
        <p:txBody>
          <a:bodyPr/>
          <a:lstStyle/>
          <a:p>
            <a:pPr lvl="0" algn="ctr">
              <a:defRPr/>
            </a:pPr>
            <a:r>
              <a:rPr lang="ko-KR" altLang="en-US"/>
              <a:t>바늘 도둑이 소 도둑 된다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011486"/>
          </a:xfrm>
        </p:spPr>
        <p:txBody>
          <a:bodyPr>
            <a:noAutofit/>
          </a:bodyPr>
          <a:lstStyle/>
          <a:p>
            <a:r>
              <a:rPr lang="ko-KR" altLang="en-US" sz="11500" dirty="0" smtClean="0">
                <a:solidFill>
                  <a:srgbClr val="FF0000"/>
                </a:solidFill>
              </a:rPr>
              <a:t>영화</a:t>
            </a:r>
            <a:endParaRPr lang="ko-KR" altLang="en-US" sz="11500" dirty="0">
              <a:solidFill>
                <a:srgbClr val="FF0000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786322"/>
            <a:ext cx="8229600" cy="1339841"/>
          </a:xfrm>
        </p:spPr>
        <p:txBody>
          <a:bodyPr/>
          <a:lstStyle/>
          <a:p>
            <a:pPr lvl="0" algn="ctr">
              <a:defRPr/>
            </a:pPr>
            <a:r>
              <a:rPr lang="ko-KR" altLang="en-US"/>
              <a:t>아저씨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786322"/>
            <a:ext cx="8229600" cy="1339841"/>
          </a:xfrm>
        </p:spPr>
        <p:txBody>
          <a:bodyPr/>
          <a:lstStyle/>
          <a:p>
            <a:pPr lvl="0" algn="ctr">
              <a:defRPr/>
            </a:pPr>
            <a:r>
              <a:rPr lang="ko-KR" altLang="en-US"/>
              <a:t>선녀와 나무꾼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786322"/>
            <a:ext cx="8229600" cy="1339841"/>
          </a:xfrm>
        </p:spPr>
        <p:txBody>
          <a:bodyPr/>
          <a:lstStyle/>
          <a:p>
            <a:pPr lvl="0" algn="ctr">
              <a:defRPr/>
            </a:pPr>
            <a:r>
              <a:rPr lang="ko-KR" altLang="en-US"/>
              <a:t>소녀시대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786322"/>
            <a:ext cx="8229600" cy="1339841"/>
          </a:xfrm>
        </p:spPr>
        <p:txBody>
          <a:bodyPr/>
          <a:lstStyle/>
          <a:p>
            <a:pPr lvl="0" algn="ctr">
              <a:defRPr/>
            </a:pPr>
            <a:r>
              <a:rPr lang="ko-KR" altLang="en-US"/>
              <a:t>딱따구리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786322"/>
            <a:ext cx="8229600" cy="1339841"/>
          </a:xfrm>
        </p:spPr>
        <p:txBody>
          <a:bodyPr/>
          <a:lstStyle/>
          <a:p>
            <a:pPr lvl="0" algn="ctr">
              <a:defRPr/>
            </a:pPr>
            <a:r>
              <a:rPr lang="ko-KR" altLang="en-US"/>
              <a:t>뒤로 넘어져도 코가 깨진다</a:t>
            </a:r>
            <a:r>
              <a:rPr lang="en-US" altLang="ko-KR"/>
              <a:t>.</a:t>
            </a:r>
            <a:endParaRPr lang="en-US" altLang="ko-K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011486"/>
          </a:xfrm>
        </p:spPr>
        <p:txBody>
          <a:bodyPr>
            <a:noAutofit/>
          </a:bodyPr>
          <a:lstStyle/>
          <a:p>
            <a:r>
              <a:rPr lang="ko-KR" altLang="en-US" sz="11500" dirty="0" err="1" smtClean="0">
                <a:solidFill>
                  <a:srgbClr val="FF0000"/>
                </a:solidFill>
              </a:rPr>
              <a:t>패티쉬</a:t>
            </a:r>
            <a:endParaRPr lang="ko-KR" altLang="en-US" sz="11500" dirty="0">
              <a:solidFill>
                <a:srgbClr val="FF0000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786322"/>
            <a:ext cx="8229600" cy="1339841"/>
          </a:xfrm>
        </p:spPr>
        <p:txBody>
          <a:bodyPr/>
          <a:lstStyle/>
          <a:p>
            <a:pPr lvl="0" algn="ctr">
              <a:defRPr/>
            </a:pPr>
            <a:r>
              <a:rPr lang="ko-KR" altLang="en-US"/>
              <a:t>본디지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31</ep:Words>
  <ep:PresentationFormat>화면 슬라이드 쇼(4:3)</ep:PresentationFormat>
  <ep:Paragraphs>19</ep:Paragraphs>
  <ep:Slides>13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ep:HeadingPairs>
  <ep:TitlesOfParts>
    <vt:vector size="14" baseType="lpstr">
      <vt:lpstr>Office 테마</vt:lpstr>
      <vt:lpstr>몸으로 말해요 C</vt:lpstr>
      <vt:lpstr>과일</vt:lpstr>
      <vt:lpstr>종로,장소</vt:lpstr>
      <vt:lpstr>슬라이드 4</vt:lpstr>
      <vt:lpstr>슬라이드 5</vt:lpstr>
      <vt:lpstr>슬라이드 6</vt:lpstr>
      <vt:lpstr>슬라이드 7</vt:lpstr>
      <vt:lpstr>영화</vt:lpstr>
      <vt:lpstr>슬라이드 9</vt:lpstr>
      <vt:lpstr>슬라이드 10</vt:lpstr>
      <vt:lpstr>슬라이드 11</vt:lpstr>
      <vt:lpstr>슬라이드 12</vt:lpstr>
      <vt:lpstr>패티쉬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2023-05-19T03:23:40.000</dcterms:created>
  <dc:creator>vp</dc:creator>
  <cp:lastModifiedBy>user</cp:lastModifiedBy>
  <dcterms:modified xsi:type="dcterms:W3CDTF">2025-04-28T05:30:09.432</dcterms:modified>
  <cp:revision>16</cp:revision>
  <dc:title>몸으로 말해요 A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